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15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360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167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056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899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681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577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751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746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623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3752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2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F354E-F8AE-4C9E-9902-E78AC78DF35C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356016-22C4-4240-AD48-709998324F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655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7000" b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4713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2</cp:revision>
  <dcterms:created xsi:type="dcterms:W3CDTF">2026-10-30T02:27:20Z</dcterms:created>
  <dcterms:modified xsi:type="dcterms:W3CDTF">2026-10-30T02:32:52Z</dcterms:modified>
</cp:coreProperties>
</file>