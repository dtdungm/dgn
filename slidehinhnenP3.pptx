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6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5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9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8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7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5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46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2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5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5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71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2026-10-30T02:27:20Z</dcterms:created>
  <dcterms:modified xsi:type="dcterms:W3CDTF">2026-10-30T02:32:38Z</dcterms:modified>
</cp:coreProperties>
</file>